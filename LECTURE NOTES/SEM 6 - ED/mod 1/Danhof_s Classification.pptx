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5FFDD57-8A68-4D5F-B425-4275F8DB13A5}"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5FFDD57-8A68-4D5F-B425-4275F8DB13A5}"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5FFDD57-8A68-4D5F-B425-4275F8DB13A5}" type="datetimeFigureOut">
              <a:rPr lang="en-US" smtClean="0"/>
              <a:t>7/28/2025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FFDD57-8A68-4D5F-B425-4275F8DB13A5}" type="datetimeFigureOut">
              <a:rPr lang="en-US" smtClean="0"/>
              <a:t>7/28/2025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FFDD57-8A68-4D5F-B425-4275F8DB13A5}" type="datetimeFigureOut">
              <a:rPr lang="en-US" smtClean="0"/>
              <a:t>7/28/2025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FFDD57-8A68-4D5F-B425-4275F8DB13A5}"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FFDD57-8A68-4D5F-B425-4275F8DB13A5}"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FFDD57-8A68-4D5F-B425-4275F8DB13A5}" type="datetimeFigureOut">
              <a:rPr lang="en-US" smtClean="0"/>
              <a:t>7/28/2025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4576B-EBF5-42F9-8658-BBCE5F34AD2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Clarence </a:t>
            </a:r>
            <a:r>
              <a:rPr lang="en-US" dirty="0" err="1" smtClean="0"/>
              <a:t>Danhof</a:t>
            </a:r>
            <a:r>
              <a:rPr lang="en-US" dirty="0" smtClean="0"/>
              <a:t> classified entrepreneurs into four groups on the basis of economic development</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smtClean="0"/>
              <a:t>Innovative </a:t>
            </a:r>
            <a:r>
              <a:rPr lang="en-US" dirty="0" smtClean="0"/>
              <a:t>Entrepreneurs</a:t>
            </a:r>
            <a:endParaRPr lang="en-US" dirty="0"/>
          </a:p>
        </p:txBody>
      </p:sp>
      <p:sp>
        <p:nvSpPr>
          <p:cNvPr id="3" name="Content Placeholder 2"/>
          <p:cNvSpPr>
            <a:spLocks noGrp="1"/>
          </p:cNvSpPr>
          <p:nvPr>
            <p:ph idx="1"/>
          </p:nvPr>
        </p:nvSpPr>
        <p:spPr/>
        <p:txBody>
          <a:bodyPr/>
          <a:lstStyle/>
          <a:p>
            <a:pPr algn="just">
              <a:buNone/>
            </a:pPr>
            <a:r>
              <a:rPr lang="en-US" dirty="0"/>
              <a:t>	</a:t>
            </a:r>
            <a:r>
              <a:rPr lang="en-US" dirty="0" smtClean="0"/>
              <a:t>This type of entrepreneurship is characterized by aggressive assemblage of information and the analysis of results deriving from novel combination of factors of production. Entrepreneurs falling in this class are generally aggressive in experimentation and exhibited shrewdness in putting attractive possibilities into practice.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smtClean="0"/>
              <a:t>They are the entrepreneurs who have creative and innovative ideas of starting a new business. An innovating entrepreneur sees the opportunity for introducing a new technique or a new product or a new market. He may raise money to launch an enterprise, assemble the various factors, and choose top executives and the set the organization going. Schumpeter’s entrepreneur was of this type. Innovative entrepreneurs thus, results in the creation of something new. They are the contributors to the economic development of a country.</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smtClean="0"/>
              <a:t>B. Adoptive or Imitative Entrepreneur</a:t>
            </a:r>
            <a:endParaRPr lang="en-US" dirty="0"/>
          </a:p>
        </p:txBody>
      </p:sp>
      <p:sp>
        <p:nvSpPr>
          <p:cNvPr id="3" name="Content Placeholder 2"/>
          <p:cNvSpPr>
            <a:spLocks noGrp="1"/>
          </p:cNvSpPr>
          <p:nvPr>
            <p:ph idx="1"/>
          </p:nvPr>
        </p:nvSpPr>
        <p:spPr/>
        <p:txBody>
          <a:bodyPr/>
          <a:lstStyle/>
          <a:p>
            <a:pPr algn="just">
              <a:buNone/>
            </a:pPr>
            <a:r>
              <a:rPr lang="en-US" dirty="0" smtClean="0"/>
              <a:t>	There is a second group of entrepreneurs generally referred as imitative entrepreneurs. The imitative entrepreneurs copy or adopt suitable innovations made by the innovative entrepreneurs. They does not innovate the changes himself. They only imitates technology innovated by others.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buNone/>
            </a:pPr>
            <a:r>
              <a:rPr lang="en-US" dirty="0"/>
              <a:t>	</a:t>
            </a:r>
            <a:r>
              <a:rPr lang="en-US" dirty="0" smtClean="0"/>
              <a:t>Such entrepreneurs are particularly important in developing courtiers because they contribute significantly to the development of such economies. Imitative entrepreneurs are most suitable for the developing regions because in such countries people prefer to imitate the technology, knowledge and skill already available in more advanced countries. In highly backward countries there is shortage of imitative entrepreneurs also.</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Fabian Entrepreneur</a:t>
            </a:r>
            <a:endParaRPr lang="en-US" dirty="0"/>
          </a:p>
        </p:txBody>
      </p:sp>
      <p:sp>
        <p:nvSpPr>
          <p:cNvPr id="3" name="Content Placeholder 2"/>
          <p:cNvSpPr>
            <a:spLocks noGrp="1"/>
          </p:cNvSpPr>
          <p:nvPr>
            <p:ph idx="1"/>
          </p:nvPr>
        </p:nvSpPr>
        <p:spPr/>
        <p:txBody>
          <a:bodyPr>
            <a:normAutofit fontScale="92500" lnSpcReduction="20000"/>
          </a:bodyPr>
          <a:lstStyle/>
          <a:p>
            <a:pPr algn="just">
              <a:buNone/>
            </a:pPr>
            <a:r>
              <a:rPr lang="en-US" dirty="0" smtClean="0"/>
              <a:t>	The third type is Fabian entrepreneur. By nature these entrepreneurs are shy and lazy. This type of entrepreneurs have neither will to introduce new changes nor desire to adopt new methods of production innovated by the most entrepreneurs. They follow the set procedures, customs, traditions and religions. They are not much interested in taking risk and they try to follow the footsteps of their predecessors. Usually they are second generation entrepreneur in a business family enterprise.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 Drone Entrepreneur</a:t>
            </a:r>
            <a:endParaRPr lang="en-US" dirty="0"/>
          </a:p>
        </p:txBody>
      </p:sp>
      <p:sp>
        <p:nvSpPr>
          <p:cNvPr id="3" name="Content Placeholder 2"/>
          <p:cNvSpPr>
            <a:spLocks noGrp="1"/>
          </p:cNvSpPr>
          <p:nvPr>
            <p:ph idx="1"/>
          </p:nvPr>
        </p:nvSpPr>
        <p:spPr/>
        <p:txBody>
          <a:bodyPr>
            <a:normAutofit lnSpcReduction="10000"/>
          </a:bodyPr>
          <a:lstStyle/>
          <a:p>
            <a:pPr algn="just">
              <a:buNone/>
            </a:pPr>
            <a:r>
              <a:rPr lang="en-US" dirty="0" smtClean="0"/>
              <a:t>	The fourth type is Drone entrepreneurs who refuse to copy or use opportunities that come on their way. They are conventional in their approach and stick to their set practices products, production methods and ideas. They struggle to survive not to grow. They may be termed as Laggards. In such cases the organization looses market, their operations become uneconomical and they may be pushed out of the market.</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123</Words>
  <Application>Microsoft Office PowerPoint</Application>
  <PresentationFormat>On-screen Show (4:3)</PresentationFormat>
  <Paragraphs>11</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Clarence Danhof classified entrepreneurs into four groups on the basis of economic development</vt:lpstr>
      <vt:lpstr>A. Innovative Entrepreneurs</vt:lpstr>
      <vt:lpstr>Slide 3</vt:lpstr>
      <vt:lpstr>B. Adoptive or Imitative Entrepreneur</vt:lpstr>
      <vt:lpstr>Slide 5</vt:lpstr>
      <vt:lpstr>C. Fabian Entrepreneur</vt:lpstr>
      <vt:lpstr>D. Drone Entrepreneur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Clarence Danhof classified entrepreneurs into four groups on the basis of economic development</dc:title>
  <dc:creator>Lenovo</dc:creator>
  <cp:lastModifiedBy>Lenovo</cp:lastModifiedBy>
  <cp:revision>3</cp:revision>
  <dcterms:created xsi:type="dcterms:W3CDTF">2025-07-28T07:22:45Z</dcterms:created>
  <dcterms:modified xsi:type="dcterms:W3CDTF">2025-07-28T07:35:11Z</dcterms:modified>
</cp:coreProperties>
</file>
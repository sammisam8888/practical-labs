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E35C6-FFC1-4F11-A2E4-9CFE633253B1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EFFE6-FC2B-45C1-9231-6743D3F867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Difference between Entrepreneur and  Entrepreneurship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Basis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286000"/>
          <a:ext cx="8229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96240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Meaning</a:t>
                      </a: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Decision-Making  </a:t>
                      </a: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An</a:t>
                      </a:r>
                      <a:r>
                        <a:rPr lang="en-US" sz="1800" b="0" i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 is someone who takes the initiative to create a new business venture.</a:t>
                      </a: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 make critical decisions about their businesses. The decisions are focused on the initial creation and growth of their business.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refers to the process of creating and managing a new business venture to achieve financial success and make a positive impact on society.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involves the process of making informed decisions throughout the life of the business. It is mostly ongoing decision-making to ensure the long-term success of the business.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058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/>
                <a:gridCol w="2768600"/>
                <a:gridCol w="2768600"/>
              </a:tblGrid>
              <a:tr h="480060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Growth</a:t>
                      </a: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 have an impact on the market by creating new products or services. Its impact is focused on the creation of their specific product or service.</a:t>
                      </a: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 focus on growing their businesses through innovation and expansion. Their main focus is on the initial growth of their business.        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has an impact on the economy by creating jobs, generating wealth, and driving innovation. It includes the broader impact of creating and managing a successful business on the economy and society.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involves creating a business that can sustain growth over the long term. It includes the ongoing management and maintenance necessary to ensure that growth is sustainable.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05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/>
                <a:gridCol w="2768600"/>
                <a:gridCol w="2768600"/>
              </a:tblGrid>
              <a:tr h="487680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Innovation</a:t>
                      </a: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Responsibility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 are known for their ability to innovate and develop new products or services. Their primary focus is on developing new ideas and bringing them to market.</a:t>
                      </a: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 bear the responsibility for the success or failure of their businesses. So, they have the ultimate responsibility for their business.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is focused on creating a business that can sustain that innovation. It includes the processes necessary to support innovation over the long term.</a:t>
                      </a: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involves various processes and activities involved in creating and managing a business. It includes broader responsibilities such as financial management, marketing, strategic planning, and leadership.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458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</a:tblGrid>
              <a:tr h="502920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Ownership</a:t>
                      </a: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1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Risk-Taking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 own and manage their businesses. They have a personal stake in the success of their business.</a:t>
                      </a: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 take calculated risks to achieve their goals. There is a willingness to take risks. Risk-taking is an essential element of creating a successful business.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involves the process of starting and managing a business, regardless of who owns it. It is focused on the processes necessary to make a business successful, regardless of who owns it.</a:t>
                      </a:r>
                    </a:p>
                    <a:p>
                      <a:endParaRPr lang="en-US" sz="1800" b="0" i="0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involves assessing and managing those risks throughout the process of creating and managing a business. It requires ongoing risk management to ensure the business's long-term success.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820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794000"/>
                <a:gridCol w="2794000"/>
              </a:tblGrid>
              <a:tr h="480060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Focus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 focus on identifying business opportunities and turning them into profitable ventures. They have a narrower focus on the initial creation of a business.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is focused on creating and managing a successful business. </a:t>
                      </a:r>
                      <a:r>
                        <a:rPr lang="en-US" sz="1800" b="0" i="0" kern="120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 includes the long-term management and growth of that business.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457</Words>
  <Application>Microsoft Office PowerPoint</Application>
  <PresentationFormat>On-screen Show (4:3)</PresentationFormat>
  <Paragraphs>74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Difference between Entrepreneur and  Entrepreneurship 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 between Entrepreneur and  Entrepreneurship </dc:title>
  <dc:creator>Lenovo</dc:creator>
  <cp:lastModifiedBy>Lenovo</cp:lastModifiedBy>
  <cp:revision>5</cp:revision>
  <dcterms:created xsi:type="dcterms:W3CDTF">2025-07-31T11:34:47Z</dcterms:created>
  <dcterms:modified xsi:type="dcterms:W3CDTF">2025-07-31T11:47:48Z</dcterms:modified>
</cp:coreProperties>
</file>
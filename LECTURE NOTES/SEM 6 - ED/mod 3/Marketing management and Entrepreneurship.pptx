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5FFDD57-8A68-4D5F-B425-4275F8DB13A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FFDD57-8A68-4D5F-B425-4275F8DB13A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FDD57-8A68-4D5F-B425-4275F8DB13A5}"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FDD57-8A68-4D5F-B425-4275F8DB13A5}"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4576B-EBF5-42F9-8658-BBCE5F34AD2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0"/>
            <a:ext cx="7772400" cy="1470025"/>
          </a:xfrm>
        </p:spPr>
        <p:txBody>
          <a:bodyPr>
            <a:normAutofit/>
          </a:bodyPr>
          <a:lstStyle/>
          <a:p>
            <a:r>
              <a:rPr lang="en-US" altLang="en-US" dirty="0"/>
              <a:t>Marketing Management and Entrepreneurship</a:t>
            </a:r>
            <a:endParaRPr lang="en-US" altLang="en-US" dirty="0"/>
          </a:p>
        </p:txBody>
      </p:sp>
      <p:sp>
        <p:nvSpPr>
          <p:cNvPr id="3" name="Subtitle 2"/>
          <p:cNvSpPr>
            <a:spLocks noGrp="1"/>
          </p:cNvSpPr>
          <p:nvPr>
            <p:ph type="subTitle" idx="1"/>
          </p:nvPr>
        </p:nvSpPr>
        <p:spPr>
          <a:xfrm>
            <a:off x="1600200" y="2813685"/>
            <a:ext cx="6400800" cy="3206115"/>
          </a:xfrm>
        </p:spPr>
        <p:txBody>
          <a:bodyPr>
            <a:normAutofit fontScale="80000"/>
          </a:bodyPr>
          <a:lstStyle/>
          <a:p>
            <a:r>
              <a:rPr lang="en-US" altLang="en-US"/>
              <a:t>Marketing management provides entrepreneurs with the strategic frameworks to identify market opportunities, understand customer needs, and develop effective strategies for product, price, place, and promotion to achieve profitability and build long-term customer relationships. </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just">
              <a:buNone/>
            </a:pPr>
            <a:r>
              <a:rPr lang="en-US" altLang="en-US" dirty="0"/>
              <a:t>    It helps a new venture differentiate its offerings, build brand awareness, and create sustainable growth by focusing marketing efforts and adapting to changing market conditions and customer preferences. </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altLang="en-US" dirty="0"/>
              <a:t>Market Analysis: Entrepreneurs use market research to understand target audiences, identify their needs, and assess market trends and competitor activities. </a:t>
            </a:r>
            <a:endParaRPr lang="en-US" altLang="en-US" dirty="0"/>
          </a:p>
          <a:p>
            <a:pPr algn="just"/>
            <a:r>
              <a:rPr lang="en-US" altLang="en-US" dirty="0"/>
              <a:t>Strategic Planning: Marketing management involves setting high-level strategies aligned with company objectives, such as increasing brand awareness, expanding market share, and improving customer loyalty. </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altLang="en-US" dirty="0"/>
          </a:p>
        </p:txBody>
      </p:sp>
      <p:sp>
        <p:nvSpPr>
          <p:cNvPr id="3" name="Content Placeholder 2"/>
          <p:cNvSpPr>
            <a:spLocks noGrp="1"/>
          </p:cNvSpPr>
          <p:nvPr>
            <p:ph idx="1"/>
          </p:nvPr>
        </p:nvSpPr>
        <p:spPr/>
        <p:txBody>
          <a:bodyPr>
            <a:normAutofit lnSpcReduction="10000"/>
          </a:bodyPr>
          <a:lstStyle/>
          <a:p>
            <a:pPr algn="just">
              <a:buNone/>
            </a:pPr>
            <a:r>
              <a:rPr lang="en-US" altLang="en-US" dirty="0"/>
              <a:t>Product Development: Marketing management influences product design, branding, and features to ensure offerings provide value and meet customer preferences, leading to higher customer satisfaction and repeat business. </a:t>
            </a:r>
            <a:endParaRPr lang="en-US" altLang="en-US" dirty="0"/>
          </a:p>
          <a:p>
            <a:pPr algn="just">
              <a:buNone/>
            </a:pPr>
            <a:r>
              <a:rPr lang="en-US" altLang="en-US" dirty="0"/>
              <a:t>Pricing &amp; Distribution: Entrepreneurs must determine optimal pricing strategies and select the most effective distribution channels to reach their target market. </a:t>
            </a: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altLang="en-US"/>
          </a:p>
        </p:txBody>
      </p:sp>
      <p:sp>
        <p:nvSpPr>
          <p:cNvPr id="3" name="Content Placeholder 2"/>
          <p:cNvSpPr>
            <a:spLocks noGrp="1"/>
          </p:cNvSpPr>
          <p:nvPr>
            <p:ph idx="1"/>
          </p:nvPr>
        </p:nvSpPr>
        <p:spPr/>
        <p:txBody>
          <a:bodyPr>
            <a:normAutofit fontScale="90000" lnSpcReduction="10000"/>
          </a:bodyPr>
          <a:lstStyle/>
          <a:p>
            <a:pPr algn="just">
              <a:buNone/>
            </a:pPr>
            <a:r>
              <a:rPr lang="en-US" altLang="en-US" dirty="0"/>
              <a:t>Promotion &amp; Communication: This involves creating and launching marketing campaigns and advertisements, designing marketing materials, and leveraging various tools and channels to attract and engage customers. </a:t>
            </a:r>
            <a:endParaRPr lang="en-US" altLang="en-US" dirty="0"/>
          </a:p>
          <a:p>
            <a:pPr algn="just">
              <a:buNone/>
            </a:pPr>
            <a:r>
              <a:rPr lang="en-US" altLang="en-US" dirty="0"/>
              <a:t>Customer Relationship Management: Effective marketing focuses on building strong, profitable relationships with customers through excellent customer service and ongoing follow-up to ensure satisfaction and foster loyalty. </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20000"/>
          </a:bodyPr>
          <a:lstStyle/>
          <a:p>
            <a:pPr algn="just">
              <a:buNone/>
            </a:pPr>
            <a:r>
              <a:rPr lang="en-US" altLang="en-US" dirty="0"/>
              <a:t>Success of New Ventures:Marketing is a critical function that directly influences the success or failure of a new venture by ensuring its products and services are relevant and visible to the target market. </a:t>
            </a:r>
            <a:endParaRPr lang="en-US" altLang="en-US" dirty="0"/>
          </a:p>
          <a:p>
            <a:pPr algn="just">
              <a:buNone/>
            </a:pPr>
            <a:r>
              <a:rPr lang="en-US" altLang="en-US" dirty="0"/>
              <a:t>Resource Optimization:For entrepreneurs with limited budgets, marketing management ensures that marketing resources are used efficiently and effectively to maximize return on investment (ROI). </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altLang="en-US" dirty="0"/>
          </a:p>
        </p:txBody>
      </p:sp>
      <p:sp>
        <p:nvSpPr>
          <p:cNvPr id="3" name="Content Placeholder 2"/>
          <p:cNvSpPr>
            <a:spLocks noGrp="1"/>
          </p:cNvSpPr>
          <p:nvPr>
            <p:ph idx="1"/>
          </p:nvPr>
        </p:nvSpPr>
        <p:spPr/>
        <p:txBody>
          <a:bodyPr>
            <a:normAutofit lnSpcReduction="20000"/>
          </a:bodyPr>
          <a:lstStyle/>
          <a:p>
            <a:pPr algn="just">
              <a:buNone/>
            </a:pPr>
            <a:r>
              <a:rPr lang="en-US" dirty="0" smtClean="0"/>
              <a:t>	</a:t>
            </a:r>
            <a:r>
              <a:rPr lang="en-US" altLang="en-US" dirty="0"/>
              <a:t>Adaptability: Marketing management helps entrepreneurs adapt to rapidly changing market conditions and customer preferences, a crucial skill for survival and growth in a competitive landscape. </a:t>
            </a:r>
            <a:endParaRPr lang="en-US" altLang="en-US" dirty="0"/>
          </a:p>
          <a:p>
            <a:pPr algn="just">
              <a:buNone/>
            </a:pPr>
            <a:r>
              <a:rPr lang="en-US" altLang="en-US" dirty="0"/>
              <a:t>Brand Building:Through consistent and strategic marketing efforts, entrepreneurs can establish a unique brand identity, build trust, and cultivate a loyal customer base, which is essential for long-term profitability. </a:t>
            </a:r>
            <a:endParaRPr lang="en-US"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2513</Words>
  <Application>WPS Presentation</Application>
  <PresentationFormat>On-screen Show (4:3)</PresentationFormat>
  <Paragraphs>21</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Arial</vt:lpstr>
      <vt:lpstr>SimSun</vt:lpstr>
      <vt:lpstr>Wingdings</vt:lpstr>
      <vt:lpstr>Calibri</vt:lpstr>
      <vt:lpstr>Microsoft YaHei</vt:lpstr>
      <vt:lpstr>Arial Unicode MS</vt:lpstr>
      <vt:lpstr>Office Theme</vt:lpstr>
      <vt:lpstr>Business legal compliance refers to adhering to laws, regulations, and industry standards governing businesses’ operations. It encompasses various aspects, including:</vt:lpstr>
      <vt:lpstr>PowerPoint 演示文稿</vt:lpstr>
      <vt:lpstr>PowerPoint 演示文稿</vt:lpstr>
      <vt:lpstr>Why is Business Legal Compliance Important?</vt:lpstr>
      <vt:lpstr>Navigating International Legal Compliance in Business Expansion</vt:lpstr>
      <vt:lpstr>PowerPoint 演示文稿</vt:lpstr>
      <vt:lpstr>Steps to Building a Legal Compliance Culture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Clarence Danhof classified entrepreneurs into four groups on the basis of economic development</dc:title>
  <dc:creator>Lenovo</dc:creator>
  <cp:lastModifiedBy>Subhashree</cp:lastModifiedBy>
  <cp:revision>7</cp:revision>
  <dcterms:created xsi:type="dcterms:W3CDTF">2025-07-28T07:22:00Z</dcterms:created>
  <dcterms:modified xsi:type="dcterms:W3CDTF">2025-10-07T09:40:09Z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26A0E6C6FDCD457F99FAB450DD4F8D91_12</vt:lpwstr>
  </property>
  <property fmtid="{D5CDD505-2E9C-101B-9397-08002B2CF9AE}" pid="3" name="KSOProductBuildVer">
    <vt:lpwstr>1033-12.2.0.22549</vt:lpwstr>
  </property>
</Properties>
</file>